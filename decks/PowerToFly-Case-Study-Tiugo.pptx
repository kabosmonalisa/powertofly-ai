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PowerToFly </a:t>
            </a:r>
            <a:pPr algn="l" indent="0" marL="0">
              <a:buNone/>
            </a:pPr>
            <a:r>
              <a:rPr lang="en-US" sz="15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450592" y="4572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endParaRPr lang="en-US" sz="1300" dirty="0"/>
          </a:p>
        </p:txBody>
      </p:sp>
      <p:pic>
        <p:nvPicPr>
          <p:cNvPr id="4" name="Image 0" descr="/Users/lizu/Documents/Claude/Projects/PowerToFly Ai/PowerToFly Ai/Explorations/round-04-synthesis/decks/_assets/ckedito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475488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484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4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CASE STUDY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31520" y="120700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From a complex AI talent need to the right hire — </a:t>
            </a:r>
            <a:pPr indent="0" marL="0">
              <a:buNone/>
            </a:pPr>
            <a:r>
              <a:rPr lang="en-US" sz="2800" b="1" i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 8 weeks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783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Tiugo Technologies · CKEditor · Search brief: Principal AI Engineer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487168"/>
            <a:ext cx="5166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272491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4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05840" y="3054096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CKEditor needed a senior product engineer combining deep TypeScript &amp; Node.js architecture with production AI experience — a rare mix — plus extra capacity for its lean internal HR team.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2487168"/>
            <a:ext cx="5166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272491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4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APPROACH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537960" y="3054096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calibrated the target profile up front, then ran sourcing, screening and submissions with targeted, personalised outreach to the right candidates.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" y="4315968"/>
            <a:ext cx="10698480" cy="1627632"/>
          </a:xfrm>
          <a:prstGeom prst="roundRect">
            <a:avLst>
              <a:gd name="adj" fmla="val 7865"/>
            </a:avLst>
          </a:prstGeom>
          <a:solidFill>
            <a:srgbClr val="0A0A0A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4590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40" kern="0" dirty="0">
                <a:solidFill>
                  <a:srgbClr val="4FE8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OUTCOME</a:t>
            </a:r>
            <a:endParaRPr lang="en-US" sz="1000" dirty="0"/>
          </a:p>
        </p:txBody>
      </p:sp>
      <p:pic>
        <p:nvPicPr>
          <p:cNvPr id="16" name="Image 1" descr="/Users/lizu/Documents/Claude/Projects/PowerToFly Ai/PowerToFly Ai/Explorations/round-04-synthesis/decks/_assets/daniel-wojn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974336"/>
            <a:ext cx="713232" cy="713232"/>
          </a:xfrm>
          <a:prstGeom prst="ellipse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920240" y="49743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Daniel Wojno — Senior Staff Engineer, CKEditor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920240" y="53218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FE8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profile from the start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CF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profile presented during the initial calibration became the successful hire.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995160" y="47731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E8A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5 days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6995160" y="524865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B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Intake call to first candidate submitted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458200" y="47731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E8A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8 of 10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8458200" y="524865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B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Submitted profiles approved by Tiugo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921240" y="47731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E8A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8 weeks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9921240" y="524865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B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kickoff to accepted offer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3152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 · Client case study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0515600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846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4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· TIUGO / CKEDITOR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235440" y="457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PowerToFly </a:t>
            </a:r>
            <a:pPr algn="r" indent="0" marL="0">
              <a:buNone/>
            </a:pPr>
            <a:r>
              <a:rPr lang="en-US" sz="15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20700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Senior AI Engineering hire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top profile identified at the outset became the successful hire.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487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40" kern="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PIPELINE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54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3310128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candidates identified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71216" y="278892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871216" y="3310128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Interested candidates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10912" y="278892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10912" y="3310128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 screened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50608" y="278892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150608" y="3310128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 submitted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90304" y="278892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290304" y="3310128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Profiles approved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Why Daniel stood out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4553712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Node.js &amp; TypeScript architecture experience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RAG, knowledge base &amp; AI agent experience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product judgement, relevant editor/CMS experience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Able to integrate AI into an established engineering team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0" y="4114800"/>
            <a:ext cx="4389120" cy="1828800"/>
          </a:xfrm>
          <a:prstGeom prst="roundRect">
            <a:avLst>
              <a:gd name="adj" fmla="val 7000"/>
            </a:avLst>
          </a:prstGeom>
          <a:solidFill>
            <a:srgbClr val="0A0A0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4370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40" kern="0" dirty="0">
                <a:solidFill>
                  <a:srgbClr val="4FE8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0" y="46817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Daniel Wojno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5010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E8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Principal AI Engineer · joined Sept 2026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0" y="5349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E8A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5 days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15200" y="56875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 to first candidate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235440" y="5349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E8A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8 weeks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35440" y="56875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Kickoff to offer acceptance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 · Client case study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0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PowerToFly AI — Case study: Tiugo / CKEditor</dc:title>
  <dc:subject>PptxGenJS Presentation</dc:subject>
  <dc:creator>PptxGenJS</dc:creator>
  <cp:lastModifiedBy>PptxGenJS</cp:lastModifiedBy>
  <cp:revision>1</cp:revision>
  <dcterms:created xsi:type="dcterms:W3CDTF">2026-10-06T10:03:19Z</dcterms:created>
  <dcterms:modified xsi:type="dcterms:W3CDTF">2026-10-06T10:03:19Z</dcterms:modified>
</cp:coreProperties>
</file>